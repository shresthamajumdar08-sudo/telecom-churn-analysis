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07E4D-F092-4D3C-B5C6-592ACB791CE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31A6-105C-44F3-AA21-D3F53F2F1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76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07E4D-F092-4D3C-B5C6-592ACB791CE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31A6-105C-44F3-AA21-D3F53F2F1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99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07E4D-F092-4D3C-B5C6-592ACB791CE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31A6-105C-44F3-AA21-D3F53F2F1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7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07E4D-F092-4D3C-B5C6-592ACB791CE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31A6-105C-44F3-AA21-D3F53F2F1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0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07E4D-F092-4D3C-B5C6-592ACB791CE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31A6-105C-44F3-AA21-D3F53F2F1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50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07E4D-F092-4D3C-B5C6-592ACB791CE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31A6-105C-44F3-AA21-D3F53F2F1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65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07E4D-F092-4D3C-B5C6-592ACB791CE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31A6-105C-44F3-AA21-D3F53F2F1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847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07E4D-F092-4D3C-B5C6-592ACB791CE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31A6-105C-44F3-AA21-D3F53F2F1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272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07E4D-F092-4D3C-B5C6-592ACB791CE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31A6-105C-44F3-AA21-D3F53F2F1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1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07E4D-F092-4D3C-B5C6-592ACB791CE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31A6-105C-44F3-AA21-D3F53F2F1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92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07E4D-F092-4D3C-B5C6-592ACB791CE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31A6-105C-44F3-AA21-D3F53F2F1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69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07E4D-F092-4D3C-B5C6-592ACB791CE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831A6-105C-44F3-AA21-D3F53F2F1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09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D20A4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lum/>
          </a:blip>
          <a:stretch>
            <a:fillRect/>
          </a:stretch>
        </p:blipFill>
        <p:spPr>
          <a:xfrm>
            <a:off x="1167618" y="422030"/>
            <a:ext cx="10058399" cy="568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3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SHRESTHA MAJUMDER</dc:creator>
  <cp:lastModifiedBy>SHRESTHA MAJUMDER</cp:lastModifiedBy>
  <cp:revision>4</cp:revision>
  <dcterms:created xsi:type="dcterms:W3CDTF">2026-09-30T07:28:19Z</dcterms:created>
  <dcterms:modified xsi:type="dcterms:W3CDTF">2026-09-30T12:38:25Z</dcterms:modified>
</cp:coreProperties>
</file>